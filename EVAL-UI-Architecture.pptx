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c42933ac54c24" /><Relationship Type="http://schemas.openxmlformats.org/officeDocument/2006/relationships/extended-properties" Target="/docProps/app.xml" Id="Rdbc5ffd887224288" /><Relationship Type="http://schemas.openxmlformats.org/officeDocument/2006/relationships/officeDocument" Target="/ppt/presentation.xml" Id="R8d8ce853109e4c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71607cc59b4374"/>
  </p:sldMasterIdLst>
  <p:notesMasterIdLst>
    <p:notesMasterId xmlns:r="http://schemas.openxmlformats.org/officeDocument/2006/relationships" r:id="Rba2ec639a5e94b48"/>
  </p:notesMasterIdLst>
  <p:sldIdLst>
    <p:sldId xmlns:r="http://schemas.openxmlformats.org/officeDocument/2006/relationships" id="256" r:id="R00831777585c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f13ea3572422d" /><Relationship Type="http://schemas.openxmlformats.org/officeDocument/2006/relationships/slideMaster" Target="/ppt/slideMasters/slideMaster1.xml" Id="Rb971607cc59b4374" /><Relationship Type="http://schemas.openxmlformats.org/officeDocument/2006/relationships/notesMaster" Target="/ppt/notesMasters/notesMaster1.xml" Id="Rba2ec639a5e94b48" /><Relationship Type="http://schemas.openxmlformats.org/officeDocument/2006/relationships/presProps" Target="/ppt/presProps.xml" Id="Rf1d517db7c334d2c" /><Relationship Type="http://schemas.openxmlformats.org/officeDocument/2006/relationships/tableStyles" Target="/ppt/tableStyles.xml" Id="R86c4c9ed4e2d4237" /><Relationship Type="http://schemas.openxmlformats.org/officeDocument/2006/relationships/slide" Target="/ppt/slides/slide1.xml" Id="R00831777585c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8e0b54f4347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acfecf17741b6" /><Relationship Type="http://schemas.openxmlformats.org/officeDocument/2006/relationships/notesMaster" Target="/ppt/notesMasters/notesMaster1.xml" Id="R7994206b2592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909bf582b4e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1478d19634b93" /><Relationship Type="http://schemas.openxmlformats.org/officeDocument/2006/relationships/slideLayout" Target="/ppt/slideLayouts/slideLayout1.xml" Id="Rae3b90c414c846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b90c414c846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30894e2ba4a89" /><Relationship Type="http://schemas.openxmlformats.org/officeDocument/2006/relationships/notesSlide" Target="/ppt/notesSlides/notesSlide1.xml" Id="Re5c764bc2531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business-flow-start"/>
          <p:cNvCxnSpPr/>
          <p:nvPr/>
        </p:nvCxnSpPr>
        <p:spPr>
          <a:xfrm xmlns:a="http://schemas.openxmlformats.org/drawingml/2006/main">
            <a:off x="1000125" y="26479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1" name="business-flow-1"/>
          <p:cNvCxnSpPr/>
          <p:nvPr/>
        </p:nvCxnSpPr>
        <p:spPr>
          <a:xfrm xmlns:a="http://schemas.openxmlformats.org/drawingml/2006/main">
            <a:off x="3381375" y="2647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2" name="business-flow-2"/>
          <p:cNvCxnSpPr/>
          <p:nvPr/>
        </p:nvCxnSpPr>
        <p:spPr>
          <a:xfrm xmlns:a="http://schemas.openxmlformats.org/drawingml/2006/main">
            <a:off x="5715000" y="2647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3" name="business-flow-3"/>
          <p:cNvCxnSpPr/>
          <p:nvPr/>
        </p:nvCxnSpPr>
        <p:spPr>
          <a:xfrm xmlns:a="http://schemas.openxmlformats.org/drawingml/2006/main">
            <a:off x="8048625" y="2647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4" name="business-flow-approval-horizontal-low"/>
          <p:cNvCxnSpPr/>
          <p:nvPr/>
        </p:nvCxnSpPr>
        <p:spPr>
          <a:xfrm xmlns:a="http://schemas.openxmlformats.org/drawingml/2006/main">
            <a:off x="10382250" y="2647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5" name="business-flow-approval-vertical"/>
          <p:cNvCxnSpPr/>
          <p:nvPr/>
        </p:nvCxnSpPr>
        <p:spPr>
          <a:xfrm xmlns:a="http://schemas.openxmlformats.org/drawingml/2006/main">
            <a:off x="10668000" y="20097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6" name="business-flow-approval-horizontal-high"/>
          <p:cNvCxnSpPr/>
          <p:nvPr/>
        </p:nvCxnSpPr>
        <p:spPr>
          <a:xfrm xmlns:a="http://schemas.openxmlformats.org/drawingml/2006/main">
            <a:off x="10668000" y="20097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57" name="tech-drilldown-1"/>
          <p:cNvCxnSpPr/>
          <p:nvPr/>
        </p:nvCxnSpPr>
        <p:spPr>
          <a:xfrm xmlns:a="http://schemas.openxmlformats.org/drawingml/2006/main">
            <a:off x="2405063" y="36861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78397"/>
            </a:solidFill>
            <a:prstDash val="dash"/>
          </a:ln>
        </p:spPr>
      </p:cxnSp>
      <p:cxnSp>
        <p:nvCxnSpPr>
          <p:cNvPr id="58" name="tech-drilldown-2"/>
          <p:cNvCxnSpPr/>
          <p:nvPr/>
        </p:nvCxnSpPr>
        <p:spPr>
          <a:xfrm xmlns:a="http://schemas.openxmlformats.org/drawingml/2006/main">
            <a:off x="4738688" y="36861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78397"/>
            </a:solidFill>
            <a:prstDash val="dash"/>
          </a:ln>
        </p:spPr>
      </p:cxnSp>
      <p:cxnSp>
        <p:nvCxnSpPr>
          <p:cNvPr id="59" name="tech-drilldown-3"/>
          <p:cNvCxnSpPr/>
          <p:nvPr/>
        </p:nvCxnSpPr>
        <p:spPr>
          <a:xfrm xmlns:a="http://schemas.openxmlformats.org/drawingml/2006/main">
            <a:off x="7072313" y="36861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78397"/>
            </a:solidFill>
            <a:prstDash val="dash"/>
          </a:ln>
        </p:spPr>
      </p:cxnSp>
      <p:cxnSp>
        <p:nvCxnSpPr>
          <p:cNvPr id="60" name="tech-drilldown-4"/>
          <p:cNvCxnSpPr/>
          <p:nvPr/>
        </p:nvCxnSpPr>
        <p:spPr>
          <a:xfrm xmlns:a="http://schemas.openxmlformats.org/drawingml/2006/main">
            <a:off x="9405938" y="36861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78397"/>
            </a:solidFill>
            <a:prstDash val="dash"/>
          </a:ln>
        </p:spPr>
      </p:cxnSp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ED46E81-7406-4D02-9265-AAD3447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 UI ARCHITECTURE</a:t>
            </a:r>
          </a:p>
        </p:txBody>
      </p:sp>
      <p:sp>
        <p:nvSpPr>
          <p:cNvPr id="13" name="eval-mark">
            <a:extLst xmlns:a="http://schemas.openxmlformats.org/drawingml/2006/main">
              <a:ext uri="{FF2B5EF4-FFF2-40B4-BE49-F238E27FC236}">
                <a16:creationId xmlns:a16="http://schemas.microsoft.com/office/drawing/2014/main" id="{45A05E1D-DFC5-4FC9-A1A7-1F2E95A4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</a:t>
            </a:r>
          </a:p>
        </p:txBody>
      </p:sp>
      <p:sp>
        <p:nvSpPr>
          <p:cNvPr id="14" name="business-label">
            <a:extLst xmlns:a="http://schemas.openxmlformats.org/drawingml/2006/main">
              <a:ext uri="{FF2B5EF4-FFF2-40B4-BE49-F238E27FC236}">
                <a16:creationId xmlns:a16="http://schemas.microsoft.com/office/drawing/2014/main" id="{1B41E4E5-793B-43D5-ADFA-F1B107FE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15" name="tech-label">
            <a:extLst xmlns:a="http://schemas.openxmlformats.org/drawingml/2006/main">
              <a:ext uri="{FF2B5EF4-FFF2-40B4-BE49-F238E27FC236}">
                <a16:creationId xmlns:a16="http://schemas.microsoft.com/office/drawing/2014/main" id="{6A167583-D5E7-4A7E-A14E-880C8D3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965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6579"/>
                </a:solidFill>
                <a:latin typeface="Arial"/>
                <a:ea typeface="Arial"/>
                <a:cs typeface="Arial"/>
              </a:rPr>
              <a:t>TECH</a:t>
            </a:r>
          </a:p>
        </p:txBody>
      </p:sp>
      <p:sp>
        <p:nvSpPr>
          <p:cNvPr id="16" name="stage-1">
            <a:extLst xmlns:a="http://schemas.openxmlformats.org/drawingml/2006/main">
              <a:ext uri="{FF2B5EF4-FFF2-40B4-BE49-F238E27FC236}">
                <a16:creationId xmlns:a16="http://schemas.microsoft.com/office/drawing/2014/main" id="{120210ED-CBBB-48DA-846A-BD44986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7825"/>
            <a:ext cx="1952625" cy="2038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17" name="stage-business-fill-1">
            <a:extLst xmlns:a="http://schemas.openxmlformats.org/drawingml/2006/main">
              <a:ext uri="{FF2B5EF4-FFF2-40B4-BE49-F238E27FC236}">
                <a16:creationId xmlns:a16="http://schemas.microsoft.com/office/drawing/2014/main" id="{D7E83DFF-7FF5-47B6-A691-B96787E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66875"/>
            <a:ext cx="1914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tech-fill-1">
            <a:extLst xmlns:a="http://schemas.openxmlformats.org/drawingml/2006/main">
              <a:ext uri="{FF2B5EF4-FFF2-40B4-BE49-F238E27FC236}">
                <a16:creationId xmlns:a16="http://schemas.microsoft.com/office/drawing/2014/main" id="{DA5456BA-583D-4A71-A533-6BEFB26A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1914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5E113C3B-AC05-4ED6-A98B-05713675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71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stage-business-text-1">
            <a:extLst xmlns:a="http://schemas.openxmlformats.org/drawingml/2006/main">
              <a:ext uri="{FF2B5EF4-FFF2-40B4-BE49-F238E27FC236}">
                <a16:creationId xmlns:a16="http://schemas.microsoft.com/office/drawing/2014/main" id="{D019E239-12B2-46D9-8BBD-426C0B3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71675"/>
            <a:ext cx="1609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21" name="stage-tech-text-1">
            <a:extLst xmlns:a="http://schemas.openxmlformats.org/drawingml/2006/main">
              <a:ext uri="{FF2B5EF4-FFF2-40B4-BE49-F238E27FC236}">
                <a16:creationId xmlns:a16="http://schemas.microsoft.com/office/drawing/2014/main" id="{82465AEE-B01C-41D6-9396-7521D71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38450"/>
            <a:ext cx="1609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VIEW</a:t>
            </a:r>
          </a:p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22" name="stage-2">
            <a:extLst xmlns:a="http://schemas.openxmlformats.org/drawingml/2006/main">
              <a:ext uri="{FF2B5EF4-FFF2-40B4-BE49-F238E27FC236}">
                <a16:creationId xmlns:a16="http://schemas.microsoft.com/office/drawing/2014/main" id="{29AD20B5-7424-4D2E-A27C-8CCCF27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47825"/>
            <a:ext cx="1952625" cy="2038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23" name="stage-business-fill-2">
            <a:extLst xmlns:a="http://schemas.openxmlformats.org/drawingml/2006/main">
              <a:ext uri="{FF2B5EF4-FFF2-40B4-BE49-F238E27FC236}">
                <a16:creationId xmlns:a16="http://schemas.microsoft.com/office/drawing/2014/main" id="{F43E215E-93D6-4DBD-A4BF-FB0C014E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666875"/>
            <a:ext cx="1914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tech-fill-2">
            <a:extLst xmlns:a="http://schemas.openxmlformats.org/drawingml/2006/main">
              <a:ext uri="{FF2B5EF4-FFF2-40B4-BE49-F238E27FC236}">
                <a16:creationId xmlns:a16="http://schemas.microsoft.com/office/drawing/2014/main" id="{2BB39370-144A-4CCB-B8FF-6FEEA31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67000"/>
            <a:ext cx="1914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8E4C8BB7-7A39-45D8-A8AA-CEB8636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71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stage-business-text-2">
            <a:extLst xmlns:a="http://schemas.openxmlformats.org/drawingml/2006/main">
              <a:ext uri="{FF2B5EF4-FFF2-40B4-BE49-F238E27FC236}">
                <a16:creationId xmlns:a16="http://schemas.microsoft.com/office/drawing/2014/main" id="{23D66941-8F4A-493B-A71D-9DFE341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71675"/>
            <a:ext cx="1609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PREPARE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 CASES</a:t>
            </a:r>
          </a:p>
        </p:txBody>
      </p:sp>
      <p:sp>
        <p:nvSpPr>
          <p:cNvPr id="27" name="stage-tech-text-2">
            <a:extLst xmlns:a="http://schemas.openxmlformats.org/drawingml/2006/main">
              <a:ext uri="{FF2B5EF4-FFF2-40B4-BE49-F238E27FC236}">
                <a16:creationId xmlns:a16="http://schemas.microsoft.com/office/drawing/2014/main" id="{3FE56864-625A-4135-A96D-BDE0AC4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38450"/>
            <a:ext cx="1609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&amp; EDIT</a:t>
            </a:r>
          </a:p>
        </p:txBody>
      </p:sp>
      <p:sp>
        <p:nvSpPr>
          <p:cNvPr id="28" name="stage-3">
            <a:extLst xmlns:a="http://schemas.openxmlformats.org/drawingml/2006/main">
              <a:ext uri="{FF2B5EF4-FFF2-40B4-BE49-F238E27FC236}">
                <a16:creationId xmlns:a16="http://schemas.microsoft.com/office/drawing/2014/main" id="{AA214CB1-C4C7-4F3E-B80E-D5E603B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47825"/>
            <a:ext cx="1952625" cy="2038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29" name="stage-business-fill-3">
            <a:extLst xmlns:a="http://schemas.openxmlformats.org/drawingml/2006/main">
              <a:ext uri="{FF2B5EF4-FFF2-40B4-BE49-F238E27FC236}">
                <a16:creationId xmlns:a16="http://schemas.microsoft.com/office/drawing/2014/main" id="{FA2F556B-C917-4868-95CE-DBD335A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1914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ge-tech-fill-3">
            <a:extLst xmlns:a="http://schemas.openxmlformats.org/drawingml/2006/main">
              <a:ext uri="{FF2B5EF4-FFF2-40B4-BE49-F238E27FC236}">
                <a16:creationId xmlns:a16="http://schemas.microsoft.com/office/drawing/2014/main" id="{8645C327-1669-440C-B708-18D7F242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67000"/>
            <a:ext cx="1914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669CC015-AB92-4DF7-B164-504323E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71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stage-business-text-3">
            <a:extLst xmlns:a="http://schemas.openxmlformats.org/drawingml/2006/main">
              <a:ext uri="{FF2B5EF4-FFF2-40B4-BE49-F238E27FC236}">
                <a16:creationId xmlns:a16="http://schemas.microsoft.com/office/drawing/2014/main" id="{DF332DAC-2F9E-45E5-8796-3196919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71675"/>
            <a:ext cx="1609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3" name="stage-tech-text-3">
            <a:extLst xmlns:a="http://schemas.openxmlformats.org/drawingml/2006/main">
              <a:ext uri="{FF2B5EF4-FFF2-40B4-BE49-F238E27FC236}">
                <a16:creationId xmlns:a16="http://schemas.microsoft.com/office/drawing/2014/main" id="{BD8DA456-4196-4A4B-81D2-381A5E8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609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CONFIGURE</a:t>
            </a:r>
          </a:p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&amp; MONITOR</a:t>
            </a:r>
          </a:p>
        </p:txBody>
      </p:sp>
      <p:sp>
        <p:nvSpPr>
          <p:cNvPr id="34" name="stage-4">
            <a:extLst xmlns:a="http://schemas.openxmlformats.org/drawingml/2006/main">
              <a:ext uri="{FF2B5EF4-FFF2-40B4-BE49-F238E27FC236}">
                <a16:creationId xmlns:a16="http://schemas.microsoft.com/office/drawing/2014/main" id="{963CFE5E-5B84-424E-8F7D-57F4A73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47825"/>
            <a:ext cx="1952625" cy="20383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35" name="stage-business-fill-4">
            <a:extLst xmlns:a="http://schemas.openxmlformats.org/drawingml/2006/main">
              <a:ext uri="{FF2B5EF4-FFF2-40B4-BE49-F238E27FC236}">
                <a16:creationId xmlns:a16="http://schemas.microsoft.com/office/drawing/2014/main" id="{944B7E8A-96D0-4FC8-B98F-755A08A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66875"/>
            <a:ext cx="1914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tage-tech-fill-4">
            <a:extLst xmlns:a="http://schemas.openxmlformats.org/drawingml/2006/main">
              <a:ext uri="{FF2B5EF4-FFF2-40B4-BE49-F238E27FC236}">
                <a16:creationId xmlns:a16="http://schemas.microsoft.com/office/drawing/2014/main" id="{2F3EA7A2-B63D-46DA-968F-08C97F7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67000"/>
            <a:ext cx="1914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DCD4F9B6-9A6A-4159-9DFE-380DF918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stage-business-text-4">
            <a:extLst xmlns:a="http://schemas.openxmlformats.org/drawingml/2006/main">
              <a:ext uri="{FF2B5EF4-FFF2-40B4-BE49-F238E27FC236}">
                <a16:creationId xmlns:a16="http://schemas.microsoft.com/office/drawing/2014/main" id="{3DD6E759-6E57-4EB8-A50E-14AB65DC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71675"/>
            <a:ext cx="1609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REVIEW</a:t>
            </a:r>
          </a:p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9" name="stage-tech-text-4">
            <a:extLst xmlns:a="http://schemas.openxmlformats.org/drawingml/2006/main">
              <a:ext uri="{FF2B5EF4-FFF2-40B4-BE49-F238E27FC236}">
                <a16:creationId xmlns:a16="http://schemas.microsoft.com/office/drawing/2014/main" id="{C5C17414-AC7A-4476-898B-7395DAD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38450"/>
            <a:ext cx="16097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INSPECT</a:t>
            </a:r>
          </a:p>
          <a:p xmlns:a="http://schemas.openxmlformats.org/drawingml/2006/main">
            <a:pPr algn="ctr">
              <a:defRPr sz="1275" b="1">
                <a:solidFill>
                  <a:srgbClr val="3641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4152"/>
                </a:solidFill>
                <a:latin typeface="Arial"/>
                <a:ea typeface="Arial"/>
                <a:cs typeface="Arial"/>
              </a:rPr>
              <a:t>&amp; ANALYZE</a:t>
            </a:r>
          </a:p>
        </p:txBody>
      </p:sp>
      <p:sp>
        <p:nvSpPr>
          <p:cNvPr id="40" name="approval">
            <a:extLst xmlns:a="http://schemas.openxmlformats.org/drawingml/2006/main">
              <a:ext uri="{FF2B5EF4-FFF2-40B4-BE49-F238E27FC236}">
                <a16:creationId xmlns:a16="http://schemas.microsoft.com/office/drawing/2014/main" id="{46C0B24E-09AA-4808-86A2-331B6EB2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476375"/>
            <a:ext cx="952500" cy="1066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9050">
            <a:solidFill>
              <a:srgbClr val="101820"/>
            </a:solidFill>
            <a:prstDash val="solid"/>
          </a:ln>
        </p:spPr>
      </p:sp>
      <p:sp>
        <p:nvSpPr>
          <p:cNvPr id="41" name="approval-text">
            <a:extLst xmlns:a="http://schemas.openxmlformats.org/drawingml/2006/main">
              <a:ext uri="{FF2B5EF4-FFF2-40B4-BE49-F238E27FC236}">
                <a16:creationId xmlns:a16="http://schemas.microsoft.com/office/drawing/2014/main" id="{9837E7CA-A1D8-4151-817D-941FA4C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62125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42" name="tech-workspace-1">
            <a:extLst xmlns:a="http://schemas.openxmlformats.org/drawingml/2006/main">
              <a:ext uri="{FF2B5EF4-FFF2-40B4-BE49-F238E27FC236}">
                <a16:creationId xmlns:a16="http://schemas.microsoft.com/office/drawing/2014/main" id="{D120892A-295A-4F64-B942-B4B6C0C4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0125"/>
            <a:ext cx="19907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4288">
            <a:solidFill>
              <a:srgbClr val="101820"/>
            </a:solidFill>
            <a:prstDash val="solid"/>
          </a:ln>
        </p:spPr>
      </p:sp>
      <p:sp>
        <p:nvSpPr>
          <p:cNvPr id="43" name="tech-workspace-text-1">
            <a:extLst xmlns:a="http://schemas.openxmlformats.org/drawingml/2006/main">
              <a:ext uri="{FF2B5EF4-FFF2-40B4-BE49-F238E27FC236}">
                <a16:creationId xmlns:a16="http://schemas.microsoft.com/office/drawing/2014/main" id="{449F849E-A915-4F86-8BD4-B442E85C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44" name="tech-workspace-2">
            <a:extLst xmlns:a="http://schemas.openxmlformats.org/drawingml/2006/main">
              <a:ext uri="{FF2B5EF4-FFF2-40B4-BE49-F238E27FC236}">
                <a16:creationId xmlns:a16="http://schemas.microsoft.com/office/drawing/2014/main" id="{2B96FCF5-1348-4FE4-BB00-901BF462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810125"/>
            <a:ext cx="19907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4288">
            <a:solidFill>
              <a:srgbClr val="101820"/>
            </a:solidFill>
            <a:prstDash val="solid"/>
          </a:ln>
        </p:spPr>
      </p:sp>
      <p:sp>
        <p:nvSpPr>
          <p:cNvPr id="45" name="tech-workspace-text-2">
            <a:extLst xmlns:a="http://schemas.openxmlformats.org/drawingml/2006/main">
              <a:ext uri="{FF2B5EF4-FFF2-40B4-BE49-F238E27FC236}">
                <a16:creationId xmlns:a16="http://schemas.microsoft.com/office/drawing/2014/main" id="{7FEBB5E9-9F46-487C-AF35-B1FBE18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339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46" name="tech-workspace-3">
            <a:extLst xmlns:a="http://schemas.openxmlformats.org/drawingml/2006/main">
              <a:ext uri="{FF2B5EF4-FFF2-40B4-BE49-F238E27FC236}">
                <a16:creationId xmlns:a16="http://schemas.microsoft.com/office/drawing/2014/main" id="{E5997B74-A0A7-4225-99E8-D4865BC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0125"/>
            <a:ext cx="19907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4288">
            <a:solidFill>
              <a:srgbClr val="101820"/>
            </a:solidFill>
            <a:prstDash val="solid"/>
          </a:ln>
        </p:spPr>
      </p:sp>
      <p:sp>
        <p:nvSpPr>
          <p:cNvPr id="47" name="tech-workspace-text-3">
            <a:extLst xmlns:a="http://schemas.openxmlformats.org/drawingml/2006/main">
              <a:ext uri="{FF2B5EF4-FFF2-40B4-BE49-F238E27FC236}">
                <a16:creationId xmlns:a16="http://schemas.microsoft.com/office/drawing/2014/main" id="{B8C03619-46D9-4FDA-B26B-5DEE108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EVALUATORS · PARAMETERS</a:t>
            </a:r>
          </a:p>
          <a:p xmlns:a="http://schemas.openxmlformats.org/drawingml/2006/main">
            <a:pPr algn="ctr">
              <a:defRPr sz="1163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EXECUTION LOGS</a:t>
            </a:r>
          </a:p>
        </p:txBody>
      </p:sp>
      <p:sp>
        <p:nvSpPr>
          <p:cNvPr id="48" name="tech-workspace-4">
            <a:extLst xmlns:a="http://schemas.openxmlformats.org/drawingml/2006/main">
              <a:ext uri="{FF2B5EF4-FFF2-40B4-BE49-F238E27FC236}">
                <a16:creationId xmlns:a16="http://schemas.microsoft.com/office/drawing/2014/main" id="{13A1E29E-3277-4339-A65B-D4BB52B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10125"/>
            <a:ext cx="19907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4288">
            <a:solidFill>
              <a:srgbClr val="101820"/>
            </a:solidFill>
            <a:prstDash val="solid"/>
          </a:ln>
        </p:spPr>
      </p:sp>
      <p:sp>
        <p:nvSpPr>
          <p:cNvPr id="49" name="tech-workspace-text-4">
            <a:extLst xmlns:a="http://schemas.openxmlformats.org/drawingml/2006/main">
              <a:ext uri="{FF2B5EF4-FFF2-40B4-BE49-F238E27FC236}">
                <a16:creationId xmlns:a16="http://schemas.microsoft.com/office/drawing/2014/main" id="{F6A7045E-0DD4-4660-82A7-4C601E3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339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TRACES · REPORTS</a:t>
            </a:r>
          </a:p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 ANALYSIS</a:t>
            </a:r>
          </a:p>
        </p:txBody>
      </p:sp>
    </p:spTree>
    <p:extLst>
      <p:ext uri="{BB962C8B-B14F-4D97-AF65-F5344CB8AC3E}">
        <p14:creationId xmlns:p14="http://schemas.microsoft.com/office/powerpoint/2010/main" val="1893666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2026-08-10T06:59:29.0470000Z</dcterms:created>
  <dcterms:modified xsi:type="dcterms:W3CDTF">2026-08-10T06:59:29.0470000Z</dcterms:modified>
</coreProperties>
</file>